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3"/>
  </p:notesMasterIdLst>
  <p:sldIdLst>
    <p:sldId id="256" r:id="rId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9c3e312594_2_5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g19c3e312594_2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633413" y="357188"/>
            <a:ext cx="7877175" cy="857250"/>
          </a:xfrm>
          <a:prstGeom prst="rect">
            <a:avLst/>
          </a:prstGeom>
          <a:noFill/>
          <a:ln>
            <a:noFill/>
          </a:ln>
        </p:spPr>
        <p:txBody>
          <a:bodyPr spcFirstLastPara="1" wrap="square" lIns="19050" tIns="19050" rIns="19050" bIns="19050" anchor="ctr" anchorCtr="0">
            <a:noAutofit/>
          </a:bodyPr>
          <a:lstStyle>
            <a:lvl1pPr lvl="0" algn="ctr">
              <a:spcBef>
                <a:spcPts val="0"/>
              </a:spcBef>
              <a:spcAft>
                <a:spcPts val="0"/>
              </a:spcAft>
              <a:buSzPts val="500"/>
              <a:buNone/>
              <a:defRPr/>
            </a:lvl1pPr>
            <a:lvl2pPr lvl="1" algn="ctr">
              <a:spcBef>
                <a:spcPts val="0"/>
              </a:spcBef>
              <a:spcAft>
                <a:spcPts val="0"/>
              </a:spcAft>
              <a:buSzPts val="500"/>
              <a:buNone/>
              <a:defRPr/>
            </a:lvl2pPr>
            <a:lvl3pPr lvl="2" algn="ctr">
              <a:spcBef>
                <a:spcPts val="0"/>
              </a:spcBef>
              <a:spcAft>
                <a:spcPts val="0"/>
              </a:spcAft>
              <a:buSzPts val="500"/>
              <a:buNone/>
              <a:defRPr/>
            </a:lvl3pPr>
            <a:lvl4pPr lvl="3" algn="ctr">
              <a:spcBef>
                <a:spcPts val="0"/>
              </a:spcBef>
              <a:spcAft>
                <a:spcPts val="0"/>
              </a:spcAft>
              <a:buSzPts val="500"/>
              <a:buNone/>
              <a:defRPr/>
            </a:lvl4pPr>
            <a:lvl5pPr lvl="4" algn="ctr">
              <a:spcBef>
                <a:spcPts val="0"/>
              </a:spcBef>
              <a:spcAft>
                <a:spcPts val="0"/>
              </a:spcAft>
              <a:buSzPts val="500"/>
              <a:buNone/>
              <a:defRPr/>
            </a:lvl5pPr>
            <a:lvl6pPr lvl="5" algn="ctr">
              <a:spcBef>
                <a:spcPts val="0"/>
              </a:spcBef>
              <a:spcAft>
                <a:spcPts val="0"/>
              </a:spcAft>
              <a:buSzPts val="500"/>
              <a:buNone/>
              <a:defRPr/>
            </a:lvl6pPr>
            <a:lvl7pPr lvl="6" algn="ctr">
              <a:spcBef>
                <a:spcPts val="0"/>
              </a:spcBef>
              <a:spcAft>
                <a:spcPts val="0"/>
              </a:spcAft>
              <a:buSzPts val="500"/>
              <a:buNone/>
              <a:defRPr/>
            </a:lvl7pPr>
            <a:lvl8pPr lvl="7" algn="ctr">
              <a:spcBef>
                <a:spcPts val="0"/>
              </a:spcBef>
              <a:spcAft>
                <a:spcPts val="0"/>
              </a:spcAft>
              <a:buSzPts val="500"/>
              <a:buNone/>
              <a:defRPr/>
            </a:lvl8pPr>
            <a:lvl9pPr lvl="8" algn="ctr">
              <a:spcBef>
                <a:spcPts val="0"/>
              </a:spcBef>
              <a:spcAft>
                <a:spcPts val="0"/>
              </a:spcAft>
              <a:buSzPts val="500"/>
              <a:buNone/>
              <a:defRPr/>
            </a:lvl9pPr>
          </a:lstStyle>
          <a:p>
            <a:endParaRPr/>
          </a:p>
        </p:txBody>
      </p:sp>
      <p:sp>
        <p:nvSpPr>
          <p:cNvPr id="56" name="Google Shape;56;p14"/>
          <p:cNvSpPr txBox="1">
            <a:spLocks noGrp="1"/>
          </p:cNvSpPr>
          <p:nvPr>
            <p:ph type="body" idx="1"/>
          </p:nvPr>
        </p:nvSpPr>
        <p:spPr>
          <a:xfrm>
            <a:off x="633413" y="1214438"/>
            <a:ext cx="7877175" cy="3452813"/>
          </a:xfrm>
          <a:prstGeom prst="rect">
            <a:avLst/>
          </a:prstGeom>
          <a:noFill/>
          <a:ln>
            <a:noFill/>
          </a:ln>
        </p:spPr>
        <p:txBody>
          <a:bodyPr spcFirstLastPara="1" wrap="square" lIns="19050" tIns="19050" rIns="19050" bIns="19050" anchor="ctr" anchorCtr="0">
            <a:noAutofit/>
          </a:bodyPr>
          <a:lstStyle>
            <a:lvl1pPr marL="457200" lvl="0" indent="-260350" algn="l">
              <a:spcBef>
                <a:spcPts val="2200"/>
              </a:spcBef>
              <a:spcAft>
                <a:spcPts val="0"/>
              </a:spcAft>
              <a:buClr>
                <a:srgbClr val="000000"/>
              </a:buClr>
              <a:buSzPts val="500"/>
              <a:buChar char="•"/>
              <a:defRPr/>
            </a:lvl1pPr>
            <a:lvl2pPr marL="914400" lvl="1" indent="-260350" algn="l">
              <a:spcBef>
                <a:spcPts val="2200"/>
              </a:spcBef>
              <a:spcAft>
                <a:spcPts val="0"/>
              </a:spcAft>
              <a:buClr>
                <a:srgbClr val="000000"/>
              </a:buClr>
              <a:buSzPts val="500"/>
              <a:buChar char="•"/>
              <a:defRPr/>
            </a:lvl2pPr>
            <a:lvl3pPr marL="1371600" lvl="2" indent="-260350" algn="l">
              <a:spcBef>
                <a:spcPts val="2200"/>
              </a:spcBef>
              <a:spcAft>
                <a:spcPts val="0"/>
              </a:spcAft>
              <a:buClr>
                <a:srgbClr val="000000"/>
              </a:buClr>
              <a:buSzPts val="500"/>
              <a:buChar char="•"/>
              <a:defRPr/>
            </a:lvl3pPr>
            <a:lvl4pPr marL="1828800" lvl="3" indent="-260350" algn="l">
              <a:spcBef>
                <a:spcPts val="2200"/>
              </a:spcBef>
              <a:spcAft>
                <a:spcPts val="0"/>
              </a:spcAft>
              <a:buClr>
                <a:srgbClr val="000000"/>
              </a:buClr>
              <a:buSzPts val="500"/>
              <a:buChar char="•"/>
              <a:defRPr/>
            </a:lvl4pPr>
            <a:lvl5pPr marL="2286000" lvl="4" indent="-260350" algn="l">
              <a:spcBef>
                <a:spcPts val="2200"/>
              </a:spcBef>
              <a:spcAft>
                <a:spcPts val="0"/>
              </a:spcAft>
              <a:buClr>
                <a:srgbClr val="000000"/>
              </a:buClr>
              <a:buSzPts val="500"/>
              <a:buChar char="•"/>
              <a:defRPr/>
            </a:lvl5pPr>
            <a:lvl6pPr marL="2743200" lvl="5" indent="-273050" algn="l">
              <a:lnSpc>
                <a:spcPct val="90000"/>
              </a:lnSpc>
              <a:spcBef>
                <a:spcPts val="200"/>
              </a:spcBef>
              <a:spcAft>
                <a:spcPts val="0"/>
              </a:spcAft>
              <a:buClr>
                <a:schemeClr val="dk1"/>
              </a:buClr>
              <a:buSzPts val="700"/>
              <a:buChar char="•"/>
              <a:defRPr/>
            </a:lvl6pPr>
            <a:lvl7pPr marL="3200400" lvl="6" indent="-273050" algn="l">
              <a:lnSpc>
                <a:spcPct val="90000"/>
              </a:lnSpc>
              <a:spcBef>
                <a:spcPts val="200"/>
              </a:spcBef>
              <a:spcAft>
                <a:spcPts val="0"/>
              </a:spcAft>
              <a:buClr>
                <a:schemeClr val="dk1"/>
              </a:buClr>
              <a:buSzPts val="700"/>
              <a:buChar char="•"/>
              <a:defRPr/>
            </a:lvl7pPr>
            <a:lvl8pPr marL="3657600" lvl="7" indent="-273050" algn="l">
              <a:lnSpc>
                <a:spcPct val="90000"/>
              </a:lnSpc>
              <a:spcBef>
                <a:spcPts val="200"/>
              </a:spcBef>
              <a:spcAft>
                <a:spcPts val="0"/>
              </a:spcAft>
              <a:buClr>
                <a:schemeClr val="dk1"/>
              </a:buClr>
              <a:buSzPts val="700"/>
              <a:buChar char="•"/>
              <a:defRPr/>
            </a:lvl8pPr>
            <a:lvl9pPr marL="4114800" lvl="8" indent="-273050" algn="l">
              <a:lnSpc>
                <a:spcPct val="90000"/>
              </a:lnSpc>
              <a:spcBef>
                <a:spcPts val="200"/>
              </a:spcBef>
              <a:spcAft>
                <a:spcPts val="0"/>
              </a:spcAft>
              <a:buClr>
                <a:schemeClr val="dk1"/>
              </a:buClr>
              <a:buSzPts val="700"/>
              <a:buChar char="•"/>
              <a:defRPr/>
            </a:lvl9pPr>
          </a:lstStyle>
          <a:p>
            <a:endParaRPr/>
          </a:p>
        </p:txBody>
      </p:sp>
      <p:sp>
        <p:nvSpPr>
          <p:cNvPr id="57" name="Google Shape;57;p14"/>
          <p:cNvSpPr txBox="1">
            <a:spLocks noGrp="1"/>
          </p:cNvSpPr>
          <p:nvPr>
            <p:ph type="sldNum" idx="12"/>
          </p:nvPr>
        </p:nvSpPr>
        <p:spPr>
          <a:xfrm>
            <a:off x="4484489" y="4905375"/>
            <a:ext cx="169664" cy="176213"/>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33413" y="357188"/>
            <a:ext cx="7877175" cy="857250"/>
          </a:xfrm>
          <a:prstGeom prst="rect">
            <a:avLst/>
          </a:prstGeom>
          <a:noFill/>
          <a:ln>
            <a:noFill/>
          </a:ln>
        </p:spPr>
        <p:txBody>
          <a:bodyPr spcFirstLastPara="1" wrap="square" lIns="19050" tIns="19050" rIns="19050" bIns="19050" anchor="ctr" anchorCtr="0">
            <a:noAutofit/>
          </a:bodyPr>
          <a:lstStyle>
            <a:lvl1pPr marR="0" lvl="0" algn="ctr" rtl="0">
              <a:spcBef>
                <a:spcPts val="0"/>
              </a:spcBef>
              <a:spcAft>
                <a:spcPts val="0"/>
              </a:spcAft>
              <a:buSzPts val="500"/>
              <a:buNone/>
              <a:defRPr sz="4200" b="0" i="0" u="none" strike="noStrike" cap="none">
                <a:solidFill>
                  <a:srgbClr val="000000"/>
                </a:solidFill>
                <a:latin typeface="Arial"/>
                <a:ea typeface="Arial"/>
                <a:cs typeface="Arial"/>
                <a:sym typeface="Arial"/>
              </a:defRPr>
            </a:lvl1pPr>
            <a:lvl2pPr marR="0" lvl="1" algn="ctr" rtl="0">
              <a:spcBef>
                <a:spcPts val="0"/>
              </a:spcBef>
              <a:spcAft>
                <a:spcPts val="0"/>
              </a:spcAft>
              <a:buSzPts val="500"/>
              <a:buNone/>
              <a:defRPr sz="4200" b="0" i="0" u="none" strike="noStrike" cap="none">
                <a:solidFill>
                  <a:srgbClr val="000000"/>
                </a:solidFill>
                <a:latin typeface="Arial"/>
                <a:ea typeface="Arial"/>
                <a:cs typeface="Arial"/>
                <a:sym typeface="Arial"/>
              </a:defRPr>
            </a:lvl2pPr>
            <a:lvl3pPr marR="0" lvl="2" algn="ctr" rtl="0">
              <a:spcBef>
                <a:spcPts val="0"/>
              </a:spcBef>
              <a:spcAft>
                <a:spcPts val="0"/>
              </a:spcAft>
              <a:buSzPts val="500"/>
              <a:buNone/>
              <a:defRPr sz="4200" b="0" i="0" u="none" strike="noStrike" cap="none">
                <a:solidFill>
                  <a:srgbClr val="000000"/>
                </a:solidFill>
                <a:latin typeface="Arial"/>
                <a:ea typeface="Arial"/>
                <a:cs typeface="Arial"/>
                <a:sym typeface="Arial"/>
              </a:defRPr>
            </a:lvl3pPr>
            <a:lvl4pPr marR="0" lvl="3" algn="ctr" rtl="0">
              <a:spcBef>
                <a:spcPts val="0"/>
              </a:spcBef>
              <a:spcAft>
                <a:spcPts val="0"/>
              </a:spcAft>
              <a:buSzPts val="500"/>
              <a:buNone/>
              <a:defRPr sz="4200" b="0" i="0" u="none" strike="noStrike" cap="none">
                <a:solidFill>
                  <a:srgbClr val="000000"/>
                </a:solidFill>
                <a:latin typeface="Arial"/>
                <a:ea typeface="Arial"/>
                <a:cs typeface="Arial"/>
                <a:sym typeface="Arial"/>
              </a:defRPr>
            </a:lvl4pPr>
            <a:lvl5pPr marR="0" lvl="4" algn="ctr" rtl="0">
              <a:spcBef>
                <a:spcPts val="0"/>
              </a:spcBef>
              <a:spcAft>
                <a:spcPts val="0"/>
              </a:spcAft>
              <a:buSzPts val="500"/>
              <a:buNone/>
              <a:defRPr sz="4200" b="0" i="0" u="none" strike="noStrike" cap="none">
                <a:solidFill>
                  <a:srgbClr val="000000"/>
                </a:solidFill>
                <a:latin typeface="Arial"/>
                <a:ea typeface="Arial"/>
                <a:cs typeface="Arial"/>
                <a:sym typeface="Arial"/>
              </a:defRPr>
            </a:lvl5pPr>
            <a:lvl6pPr marR="0" lvl="5" algn="ctr" rtl="0">
              <a:spcBef>
                <a:spcPts val="0"/>
              </a:spcBef>
              <a:spcAft>
                <a:spcPts val="0"/>
              </a:spcAft>
              <a:buSzPts val="500"/>
              <a:buNone/>
              <a:defRPr sz="4200" b="0" i="0" u="none" strike="noStrike" cap="none">
                <a:solidFill>
                  <a:srgbClr val="000000"/>
                </a:solidFill>
                <a:latin typeface="Helvetica Neue Light"/>
                <a:ea typeface="Helvetica Neue Light"/>
                <a:cs typeface="Helvetica Neue Light"/>
                <a:sym typeface="Helvetica Neue Light"/>
              </a:defRPr>
            </a:lvl6pPr>
            <a:lvl7pPr marR="0" lvl="6" algn="ctr" rtl="0">
              <a:spcBef>
                <a:spcPts val="0"/>
              </a:spcBef>
              <a:spcAft>
                <a:spcPts val="0"/>
              </a:spcAft>
              <a:buSzPts val="500"/>
              <a:buNone/>
              <a:defRPr sz="4200" b="0" i="0" u="none" strike="noStrike" cap="none">
                <a:solidFill>
                  <a:srgbClr val="000000"/>
                </a:solidFill>
                <a:latin typeface="Helvetica Neue Light"/>
                <a:ea typeface="Helvetica Neue Light"/>
                <a:cs typeface="Helvetica Neue Light"/>
                <a:sym typeface="Helvetica Neue Light"/>
              </a:defRPr>
            </a:lvl7pPr>
            <a:lvl8pPr marR="0" lvl="7" algn="ctr" rtl="0">
              <a:spcBef>
                <a:spcPts val="0"/>
              </a:spcBef>
              <a:spcAft>
                <a:spcPts val="0"/>
              </a:spcAft>
              <a:buSzPts val="500"/>
              <a:buNone/>
              <a:defRPr sz="4200" b="0" i="0" u="none" strike="noStrike" cap="none">
                <a:solidFill>
                  <a:srgbClr val="000000"/>
                </a:solidFill>
                <a:latin typeface="Helvetica Neue Light"/>
                <a:ea typeface="Helvetica Neue Light"/>
                <a:cs typeface="Helvetica Neue Light"/>
                <a:sym typeface="Helvetica Neue Light"/>
              </a:defRPr>
            </a:lvl8pPr>
            <a:lvl9pPr marR="0" lvl="8" algn="ctr" rtl="0">
              <a:spcBef>
                <a:spcPts val="0"/>
              </a:spcBef>
              <a:spcAft>
                <a:spcPts val="0"/>
              </a:spcAft>
              <a:buSzPts val="500"/>
              <a:buNone/>
              <a:defRPr sz="42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2" name="Google Shape;52;p13"/>
          <p:cNvSpPr txBox="1">
            <a:spLocks noGrp="1"/>
          </p:cNvSpPr>
          <p:nvPr>
            <p:ph type="body" idx="1"/>
          </p:nvPr>
        </p:nvSpPr>
        <p:spPr>
          <a:xfrm>
            <a:off x="633413" y="1214438"/>
            <a:ext cx="7877175" cy="3452813"/>
          </a:xfrm>
          <a:prstGeom prst="rect">
            <a:avLst/>
          </a:prstGeom>
          <a:noFill/>
          <a:ln>
            <a:noFill/>
          </a:ln>
        </p:spPr>
        <p:txBody>
          <a:bodyPr spcFirstLastPara="1" wrap="square" lIns="19050" tIns="19050" rIns="19050" bIns="19050" anchor="ctr" anchorCtr="0">
            <a:noAutofit/>
          </a:bodyPr>
          <a:lstStyle>
            <a:lvl1pPr marL="457200" marR="0" lvl="0" indent="-273050" algn="l" rtl="0">
              <a:spcBef>
                <a:spcPts val="2200"/>
              </a:spcBef>
              <a:spcAft>
                <a:spcPts val="0"/>
              </a:spcAft>
              <a:buClr>
                <a:srgbClr val="000000"/>
              </a:buClr>
              <a:buSzPts val="700"/>
              <a:buFont typeface="Arial"/>
              <a:buChar char="•"/>
              <a:defRPr sz="900" b="0" i="0" u="none" strike="noStrike" cap="none">
                <a:solidFill>
                  <a:srgbClr val="000000"/>
                </a:solidFill>
                <a:latin typeface="Arial"/>
                <a:ea typeface="Arial"/>
                <a:cs typeface="Arial"/>
                <a:sym typeface="Arial"/>
              </a:defRPr>
            </a:lvl1pPr>
            <a:lvl2pPr marL="914400" marR="0" lvl="1" indent="-273050" algn="l" rtl="0">
              <a:spcBef>
                <a:spcPts val="2200"/>
              </a:spcBef>
              <a:spcAft>
                <a:spcPts val="0"/>
              </a:spcAft>
              <a:buClr>
                <a:srgbClr val="000000"/>
              </a:buClr>
              <a:buSzPts val="700"/>
              <a:buFont typeface="Arial"/>
              <a:buChar char="•"/>
              <a:defRPr sz="900" b="0" i="0" u="none" strike="noStrike" cap="none">
                <a:solidFill>
                  <a:srgbClr val="000000"/>
                </a:solidFill>
                <a:latin typeface="Arial"/>
                <a:ea typeface="Arial"/>
                <a:cs typeface="Arial"/>
                <a:sym typeface="Arial"/>
              </a:defRPr>
            </a:lvl2pPr>
            <a:lvl3pPr marL="1371600" marR="0" lvl="2" indent="-273050" algn="l" rtl="0">
              <a:spcBef>
                <a:spcPts val="2200"/>
              </a:spcBef>
              <a:spcAft>
                <a:spcPts val="0"/>
              </a:spcAft>
              <a:buClr>
                <a:srgbClr val="000000"/>
              </a:buClr>
              <a:buSzPts val="700"/>
              <a:buFont typeface="Arial"/>
              <a:buChar char="•"/>
              <a:defRPr sz="900" b="0" i="0" u="none" strike="noStrike" cap="none">
                <a:solidFill>
                  <a:srgbClr val="000000"/>
                </a:solidFill>
                <a:latin typeface="Arial"/>
                <a:ea typeface="Arial"/>
                <a:cs typeface="Arial"/>
                <a:sym typeface="Arial"/>
              </a:defRPr>
            </a:lvl3pPr>
            <a:lvl4pPr marL="1828800" marR="0" lvl="3" indent="-273050" algn="l" rtl="0">
              <a:spcBef>
                <a:spcPts val="2200"/>
              </a:spcBef>
              <a:spcAft>
                <a:spcPts val="0"/>
              </a:spcAft>
              <a:buClr>
                <a:srgbClr val="000000"/>
              </a:buClr>
              <a:buSzPts val="700"/>
              <a:buFont typeface="Arial"/>
              <a:buChar char="•"/>
              <a:defRPr sz="900" b="0" i="0" u="none" strike="noStrike" cap="none">
                <a:solidFill>
                  <a:srgbClr val="000000"/>
                </a:solidFill>
                <a:latin typeface="Arial"/>
                <a:ea typeface="Arial"/>
                <a:cs typeface="Arial"/>
                <a:sym typeface="Arial"/>
              </a:defRPr>
            </a:lvl4pPr>
            <a:lvl5pPr marL="2286000" marR="0" lvl="4" indent="-273050" algn="l" rtl="0">
              <a:spcBef>
                <a:spcPts val="2200"/>
              </a:spcBef>
              <a:spcAft>
                <a:spcPts val="0"/>
              </a:spcAft>
              <a:buClr>
                <a:srgbClr val="000000"/>
              </a:buClr>
              <a:buSzPts val="700"/>
              <a:buFont typeface="Arial"/>
              <a:buChar char="•"/>
              <a:defRPr sz="900" b="0" i="0" u="none" strike="noStrike" cap="none">
                <a:solidFill>
                  <a:srgbClr val="000000"/>
                </a:solidFill>
                <a:latin typeface="Arial"/>
                <a:ea typeface="Arial"/>
                <a:cs typeface="Arial"/>
                <a:sym typeface="Arial"/>
              </a:defRPr>
            </a:lvl5pPr>
            <a:lvl6pPr marL="2743200" marR="0" lvl="5" indent="-273050" algn="l" rtl="0">
              <a:lnSpc>
                <a:spcPct val="90000"/>
              </a:lnSpc>
              <a:spcBef>
                <a:spcPts val="200"/>
              </a:spcBef>
              <a:spcAft>
                <a:spcPts val="0"/>
              </a:spcAft>
              <a:buClr>
                <a:schemeClr val="dk1"/>
              </a:buClr>
              <a:buSzPts val="700"/>
              <a:buFont typeface="Arial"/>
              <a:buChar char="•"/>
              <a:defRPr sz="700" b="0" i="0" u="none" strike="noStrike" cap="none">
                <a:solidFill>
                  <a:schemeClr val="dk1"/>
                </a:solidFill>
                <a:latin typeface="Arial"/>
                <a:ea typeface="Arial"/>
                <a:cs typeface="Arial"/>
                <a:sym typeface="Arial"/>
              </a:defRPr>
            </a:lvl6pPr>
            <a:lvl7pPr marL="3200400" marR="0" lvl="6" indent="-273050" algn="l" rtl="0">
              <a:lnSpc>
                <a:spcPct val="90000"/>
              </a:lnSpc>
              <a:spcBef>
                <a:spcPts val="200"/>
              </a:spcBef>
              <a:spcAft>
                <a:spcPts val="0"/>
              </a:spcAft>
              <a:buClr>
                <a:schemeClr val="dk1"/>
              </a:buClr>
              <a:buSzPts val="700"/>
              <a:buFont typeface="Arial"/>
              <a:buChar char="•"/>
              <a:defRPr sz="700" b="0" i="0" u="none" strike="noStrike" cap="none">
                <a:solidFill>
                  <a:schemeClr val="dk1"/>
                </a:solidFill>
                <a:latin typeface="Arial"/>
                <a:ea typeface="Arial"/>
                <a:cs typeface="Arial"/>
                <a:sym typeface="Arial"/>
              </a:defRPr>
            </a:lvl7pPr>
            <a:lvl8pPr marL="3657600" marR="0" lvl="7" indent="-273050" algn="l" rtl="0">
              <a:lnSpc>
                <a:spcPct val="90000"/>
              </a:lnSpc>
              <a:spcBef>
                <a:spcPts val="200"/>
              </a:spcBef>
              <a:spcAft>
                <a:spcPts val="0"/>
              </a:spcAft>
              <a:buClr>
                <a:schemeClr val="dk1"/>
              </a:buClr>
              <a:buSzPts val="700"/>
              <a:buFont typeface="Arial"/>
              <a:buChar char="•"/>
              <a:defRPr sz="700" b="0" i="0" u="none" strike="noStrike" cap="none">
                <a:solidFill>
                  <a:schemeClr val="dk1"/>
                </a:solidFill>
                <a:latin typeface="Arial"/>
                <a:ea typeface="Arial"/>
                <a:cs typeface="Arial"/>
                <a:sym typeface="Arial"/>
              </a:defRPr>
            </a:lvl8pPr>
            <a:lvl9pPr marL="4114800" marR="0" lvl="8" indent="-273050" algn="l" rtl="0">
              <a:lnSpc>
                <a:spcPct val="90000"/>
              </a:lnSpc>
              <a:spcBef>
                <a:spcPts val="200"/>
              </a:spcBef>
              <a:spcAft>
                <a:spcPts val="0"/>
              </a:spcAft>
              <a:buClr>
                <a:schemeClr val="dk1"/>
              </a:buClr>
              <a:buSzPts val="700"/>
              <a:buFont typeface="Arial"/>
              <a:buChar char="•"/>
              <a:defRPr sz="7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4484489" y="4905375"/>
            <a:ext cx="169664" cy="176213"/>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GB"/>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cxnSp>
        <p:nvCxnSpPr>
          <p:cNvPr id="105" name="Google Shape;105;p25"/>
          <p:cNvCxnSpPr/>
          <p:nvPr/>
        </p:nvCxnSpPr>
        <p:spPr>
          <a:xfrm>
            <a:off x="4523184" y="1134070"/>
            <a:ext cx="0" cy="1239441"/>
          </a:xfrm>
          <a:prstGeom prst="straightConnector1">
            <a:avLst/>
          </a:prstGeom>
          <a:noFill/>
          <a:ln w="9525" cap="flat" cmpd="sng">
            <a:solidFill>
              <a:srgbClr val="A6AAA9"/>
            </a:solidFill>
            <a:prstDash val="dash"/>
            <a:miter lim="800000"/>
            <a:headEnd type="none" w="med" len="med"/>
            <a:tailEnd type="none" w="med" len="med"/>
          </a:ln>
        </p:spPr>
      </p:cxnSp>
      <p:sp>
        <p:nvSpPr>
          <p:cNvPr id="106" name="Google Shape;106;p25"/>
          <p:cNvSpPr/>
          <p:nvPr/>
        </p:nvSpPr>
        <p:spPr>
          <a:xfrm>
            <a:off x="4382690" y="897731"/>
            <a:ext cx="766168" cy="261342"/>
          </a:xfrm>
          <a:prstGeom prst="roundRect">
            <a:avLst>
              <a:gd name="adj" fmla="val 50000"/>
            </a:avLst>
          </a:prstGeom>
          <a:solidFill>
            <a:srgbClr val="FCB617"/>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07" name="Google Shape;107;p25"/>
          <p:cNvSpPr txBox="1"/>
          <p:nvPr/>
        </p:nvSpPr>
        <p:spPr>
          <a:xfrm>
            <a:off x="4514402" y="918575"/>
            <a:ext cx="498600" cy="210000"/>
          </a:xfrm>
          <a:prstGeom prst="rect">
            <a:avLst/>
          </a:prstGeom>
          <a:no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2016</a:t>
            </a:r>
            <a:endParaRPr sz="500"/>
          </a:p>
        </p:txBody>
      </p:sp>
      <p:sp>
        <p:nvSpPr>
          <p:cNvPr id="108" name="Google Shape;108;p25"/>
          <p:cNvSpPr txBox="1"/>
          <p:nvPr/>
        </p:nvSpPr>
        <p:spPr>
          <a:xfrm>
            <a:off x="4670834" y="1309672"/>
            <a:ext cx="1590600" cy="900600"/>
          </a:xfrm>
          <a:prstGeom prst="rect">
            <a:avLst/>
          </a:prstGeom>
          <a:noFill/>
          <a:ln>
            <a:noFill/>
          </a:ln>
        </p:spPr>
        <p:txBody>
          <a:bodyPr spcFirstLastPara="1" wrap="square" lIns="19050" tIns="19050" rIns="19050" bIns="19050" anchor="ctr" anchorCtr="0">
            <a:spAutoFit/>
          </a:bodyPr>
          <a:lstStyle/>
          <a:p>
            <a:pPr marL="0" marR="0" lvl="0" indent="0" algn="l" rtl="0">
              <a:lnSpc>
                <a:spcPct val="100000"/>
              </a:lnSpc>
              <a:spcBef>
                <a:spcPts val="0"/>
              </a:spcBef>
              <a:spcAft>
                <a:spcPts val="0"/>
              </a:spcAft>
              <a:buClr>
                <a:srgbClr val="404040"/>
              </a:buClr>
              <a:buSzPts val="800"/>
              <a:buFont typeface="Arial"/>
              <a:buNone/>
            </a:pPr>
            <a:r>
              <a:rPr lang="en-GB" sz="800" b="0" i="0" u="none">
                <a:solidFill>
                  <a:srgbClr val="404040"/>
                </a:solidFill>
                <a:latin typeface="Arial"/>
                <a:ea typeface="Arial"/>
                <a:cs typeface="Arial"/>
                <a:sym typeface="Arial"/>
              </a:rPr>
              <a:t>Lorem ipsum dolor sit amet, consectetuer adipiscing elit, sed diam nonummy nibh euismod tincidunt ut laoreet dolore magna aliquam erat volutpat. Duis autem vel eum iriure dolor in hendrerit in vulputate velit esse</a:t>
            </a:r>
            <a:endParaRPr sz="500"/>
          </a:p>
        </p:txBody>
      </p:sp>
      <p:cxnSp>
        <p:nvCxnSpPr>
          <p:cNvPr id="109" name="Google Shape;109;p25"/>
          <p:cNvCxnSpPr/>
          <p:nvPr/>
        </p:nvCxnSpPr>
        <p:spPr>
          <a:xfrm>
            <a:off x="2025253" y="1134070"/>
            <a:ext cx="0" cy="1239441"/>
          </a:xfrm>
          <a:prstGeom prst="straightConnector1">
            <a:avLst/>
          </a:prstGeom>
          <a:noFill/>
          <a:ln w="9525" cap="flat" cmpd="sng">
            <a:solidFill>
              <a:srgbClr val="A6AAA9"/>
            </a:solidFill>
            <a:prstDash val="dash"/>
            <a:miter lim="800000"/>
            <a:headEnd type="none" w="med" len="med"/>
            <a:tailEnd type="none" w="med" len="med"/>
          </a:ln>
        </p:spPr>
      </p:cxnSp>
      <p:sp>
        <p:nvSpPr>
          <p:cNvPr id="110" name="Google Shape;110;p25"/>
          <p:cNvSpPr/>
          <p:nvPr/>
        </p:nvSpPr>
        <p:spPr>
          <a:xfrm>
            <a:off x="1884759" y="897731"/>
            <a:ext cx="766168" cy="261342"/>
          </a:xfrm>
          <a:prstGeom prst="roundRect">
            <a:avLst>
              <a:gd name="adj" fmla="val 50000"/>
            </a:avLst>
          </a:prstGeom>
          <a:solidFill>
            <a:srgbClr val="2EA7E2"/>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11" name="Google Shape;111;p25"/>
          <p:cNvSpPr txBox="1"/>
          <p:nvPr/>
        </p:nvSpPr>
        <p:spPr>
          <a:xfrm>
            <a:off x="2012250" y="918575"/>
            <a:ext cx="507000" cy="210000"/>
          </a:xfrm>
          <a:prstGeom prst="rect">
            <a:avLst/>
          </a:prstGeom>
          <a:no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2014</a:t>
            </a:r>
            <a:endParaRPr sz="500"/>
          </a:p>
        </p:txBody>
      </p:sp>
      <p:sp>
        <p:nvSpPr>
          <p:cNvPr id="112" name="Google Shape;112;p25"/>
          <p:cNvSpPr txBox="1"/>
          <p:nvPr/>
        </p:nvSpPr>
        <p:spPr>
          <a:xfrm>
            <a:off x="2172903" y="1309672"/>
            <a:ext cx="1590600" cy="900600"/>
          </a:xfrm>
          <a:prstGeom prst="rect">
            <a:avLst/>
          </a:prstGeom>
          <a:noFill/>
          <a:ln>
            <a:noFill/>
          </a:ln>
        </p:spPr>
        <p:txBody>
          <a:bodyPr spcFirstLastPara="1" wrap="square" lIns="19050" tIns="19050" rIns="19050" bIns="19050" anchor="ctr" anchorCtr="0">
            <a:spAutoFit/>
          </a:bodyPr>
          <a:lstStyle/>
          <a:p>
            <a:pPr marL="0" marR="0" lvl="0" indent="0" algn="l" rtl="0">
              <a:lnSpc>
                <a:spcPct val="100000"/>
              </a:lnSpc>
              <a:spcBef>
                <a:spcPts val="0"/>
              </a:spcBef>
              <a:spcAft>
                <a:spcPts val="0"/>
              </a:spcAft>
              <a:buClr>
                <a:srgbClr val="404040"/>
              </a:buClr>
              <a:buSzPts val="800"/>
              <a:buFont typeface="Arial"/>
              <a:buNone/>
            </a:pPr>
            <a:r>
              <a:rPr lang="en-GB" sz="800" b="0" i="0" u="none">
                <a:solidFill>
                  <a:srgbClr val="404040"/>
                </a:solidFill>
                <a:latin typeface="Arial"/>
                <a:ea typeface="Arial"/>
                <a:cs typeface="Arial"/>
                <a:sym typeface="Arial"/>
              </a:rPr>
              <a:t>Lorem ipsum dolor sit amet, consectetuer adipiscing elit, sed diam nonummy nibh euismod tincidunt ut laoreet dolore magna aliquam erat volutpat. Duis autem vel eum iriure dolor in hendrerit in vulputate velit esse</a:t>
            </a:r>
            <a:endParaRPr sz="500"/>
          </a:p>
        </p:txBody>
      </p:sp>
      <p:cxnSp>
        <p:nvCxnSpPr>
          <p:cNvPr id="113" name="Google Shape;113;p25"/>
          <p:cNvCxnSpPr/>
          <p:nvPr/>
        </p:nvCxnSpPr>
        <p:spPr>
          <a:xfrm>
            <a:off x="5772745" y="2611636"/>
            <a:ext cx="0" cy="1238845"/>
          </a:xfrm>
          <a:prstGeom prst="straightConnector1">
            <a:avLst/>
          </a:prstGeom>
          <a:noFill/>
          <a:ln w="9525" cap="flat" cmpd="sng">
            <a:solidFill>
              <a:srgbClr val="A6AAA9"/>
            </a:solidFill>
            <a:prstDash val="dash"/>
            <a:miter lim="800000"/>
            <a:headEnd type="none" w="med" len="med"/>
            <a:tailEnd type="none" w="med" len="med"/>
          </a:ln>
        </p:spPr>
      </p:cxnSp>
      <p:sp>
        <p:nvSpPr>
          <p:cNvPr id="114" name="Google Shape;114;p25"/>
          <p:cNvSpPr/>
          <p:nvPr/>
        </p:nvSpPr>
        <p:spPr>
          <a:xfrm>
            <a:off x="5632251" y="3817144"/>
            <a:ext cx="766167" cy="261342"/>
          </a:xfrm>
          <a:prstGeom prst="roundRect">
            <a:avLst>
              <a:gd name="adj" fmla="val 50000"/>
            </a:avLst>
          </a:prstGeom>
          <a:solidFill>
            <a:srgbClr val="7965B1"/>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15" name="Google Shape;115;p25"/>
          <p:cNvSpPr txBox="1"/>
          <p:nvPr/>
        </p:nvSpPr>
        <p:spPr>
          <a:xfrm>
            <a:off x="5763964" y="3837975"/>
            <a:ext cx="498600" cy="210300"/>
          </a:xfrm>
          <a:prstGeom prst="rect">
            <a:avLst/>
          </a:prstGeom>
          <a:no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2017</a:t>
            </a:r>
            <a:endParaRPr sz="500"/>
          </a:p>
        </p:txBody>
      </p:sp>
      <p:sp>
        <p:nvSpPr>
          <p:cNvPr id="116" name="Google Shape;116;p25"/>
          <p:cNvSpPr txBox="1"/>
          <p:nvPr/>
        </p:nvSpPr>
        <p:spPr>
          <a:xfrm>
            <a:off x="5920396" y="2825353"/>
            <a:ext cx="1590600" cy="900600"/>
          </a:xfrm>
          <a:prstGeom prst="rect">
            <a:avLst/>
          </a:prstGeom>
          <a:noFill/>
          <a:ln>
            <a:noFill/>
          </a:ln>
        </p:spPr>
        <p:txBody>
          <a:bodyPr spcFirstLastPara="1" wrap="square" lIns="19050" tIns="19050" rIns="19050" bIns="19050" anchor="ctr" anchorCtr="0">
            <a:spAutoFit/>
          </a:bodyPr>
          <a:lstStyle/>
          <a:p>
            <a:pPr marL="0" marR="0" lvl="0" indent="0" algn="l" rtl="0">
              <a:lnSpc>
                <a:spcPct val="100000"/>
              </a:lnSpc>
              <a:spcBef>
                <a:spcPts val="0"/>
              </a:spcBef>
              <a:spcAft>
                <a:spcPts val="0"/>
              </a:spcAft>
              <a:buClr>
                <a:srgbClr val="404040"/>
              </a:buClr>
              <a:buSzPts val="800"/>
              <a:buFont typeface="Arial"/>
              <a:buNone/>
            </a:pPr>
            <a:r>
              <a:rPr lang="en-GB" sz="800" b="0" i="0" u="none">
                <a:solidFill>
                  <a:srgbClr val="404040"/>
                </a:solidFill>
                <a:latin typeface="Arial"/>
                <a:ea typeface="Arial"/>
                <a:cs typeface="Arial"/>
                <a:sym typeface="Arial"/>
              </a:rPr>
              <a:t>Lorem ipsum dolor sit amet, consectetuer adipiscing elit, sed diam nonummy nibh euismod tincidunt ut laoreet dolore magna aliquam erat volutpat. Duis autem vel eum iriure dolor in hendrerit in vulputate velit esse</a:t>
            </a:r>
            <a:endParaRPr sz="500"/>
          </a:p>
        </p:txBody>
      </p:sp>
      <p:cxnSp>
        <p:nvCxnSpPr>
          <p:cNvPr id="117" name="Google Shape;117;p25"/>
          <p:cNvCxnSpPr/>
          <p:nvPr/>
        </p:nvCxnSpPr>
        <p:spPr>
          <a:xfrm>
            <a:off x="3278981" y="2611636"/>
            <a:ext cx="0" cy="1238845"/>
          </a:xfrm>
          <a:prstGeom prst="straightConnector1">
            <a:avLst/>
          </a:prstGeom>
          <a:noFill/>
          <a:ln w="9525" cap="flat" cmpd="sng">
            <a:solidFill>
              <a:srgbClr val="A6AAA9"/>
            </a:solidFill>
            <a:prstDash val="dash"/>
            <a:miter lim="800000"/>
            <a:headEnd type="none" w="med" len="med"/>
            <a:tailEnd type="none" w="med" len="med"/>
          </a:ln>
        </p:spPr>
      </p:cxnSp>
      <p:sp>
        <p:nvSpPr>
          <p:cNvPr id="118" name="Google Shape;118;p25"/>
          <p:cNvSpPr/>
          <p:nvPr/>
        </p:nvSpPr>
        <p:spPr>
          <a:xfrm>
            <a:off x="3138487" y="3817144"/>
            <a:ext cx="765572" cy="261342"/>
          </a:xfrm>
          <a:prstGeom prst="roundRect">
            <a:avLst>
              <a:gd name="adj" fmla="val 50000"/>
            </a:avLst>
          </a:prstGeom>
          <a:solidFill>
            <a:srgbClr val="EC5622"/>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19" name="Google Shape;119;p25"/>
          <p:cNvSpPr txBox="1"/>
          <p:nvPr/>
        </p:nvSpPr>
        <p:spPr>
          <a:xfrm>
            <a:off x="3269913" y="3837975"/>
            <a:ext cx="498600" cy="210300"/>
          </a:xfrm>
          <a:prstGeom prst="rect">
            <a:avLst/>
          </a:prstGeom>
          <a:no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2015</a:t>
            </a:r>
            <a:endParaRPr sz="500"/>
          </a:p>
        </p:txBody>
      </p:sp>
      <p:sp>
        <p:nvSpPr>
          <p:cNvPr id="120" name="Google Shape;120;p25"/>
          <p:cNvSpPr txBox="1"/>
          <p:nvPr/>
        </p:nvSpPr>
        <p:spPr>
          <a:xfrm>
            <a:off x="3426641" y="2825353"/>
            <a:ext cx="1590000" cy="900600"/>
          </a:xfrm>
          <a:prstGeom prst="rect">
            <a:avLst/>
          </a:prstGeom>
          <a:noFill/>
          <a:ln>
            <a:noFill/>
          </a:ln>
        </p:spPr>
        <p:txBody>
          <a:bodyPr spcFirstLastPara="1" wrap="square" lIns="19050" tIns="19050" rIns="19050" bIns="19050" anchor="ctr" anchorCtr="0">
            <a:spAutoFit/>
          </a:bodyPr>
          <a:lstStyle/>
          <a:p>
            <a:pPr marL="0" marR="0" lvl="0" indent="0" algn="l" rtl="0">
              <a:lnSpc>
                <a:spcPct val="100000"/>
              </a:lnSpc>
              <a:spcBef>
                <a:spcPts val="0"/>
              </a:spcBef>
              <a:spcAft>
                <a:spcPts val="0"/>
              </a:spcAft>
              <a:buClr>
                <a:srgbClr val="404040"/>
              </a:buClr>
              <a:buSzPts val="800"/>
              <a:buFont typeface="Arial"/>
              <a:buNone/>
            </a:pPr>
            <a:r>
              <a:rPr lang="en-GB" sz="800" b="0" i="0" u="none">
                <a:solidFill>
                  <a:srgbClr val="404040"/>
                </a:solidFill>
                <a:latin typeface="Arial"/>
                <a:ea typeface="Arial"/>
                <a:cs typeface="Arial"/>
                <a:sym typeface="Arial"/>
              </a:rPr>
              <a:t>Lorem ipsum dolor sit amet, consectetuer adipiscing elit, sed diam nonummy nibh euismod tincidunt ut laoreet dolore magna aliquam erat volutpat. Duis autem vel eum iriure dolor in hendrerit in vulputate velit esse</a:t>
            </a:r>
            <a:endParaRPr sz="500"/>
          </a:p>
        </p:txBody>
      </p:sp>
      <p:cxnSp>
        <p:nvCxnSpPr>
          <p:cNvPr id="121" name="Google Shape;121;p25"/>
          <p:cNvCxnSpPr/>
          <p:nvPr/>
        </p:nvCxnSpPr>
        <p:spPr>
          <a:xfrm>
            <a:off x="7021115" y="1134070"/>
            <a:ext cx="0" cy="1239441"/>
          </a:xfrm>
          <a:prstGeom prst="straightConnector1">
            <a:avLst/>
          </a:prstGeom>
          <a:noFill/>
          <a:ln w="9525" cap="flat" cmpd="sng">
            <a:solidFill>
              <a:srgbClr val="A6AAA9"/>
            </a:solidFill>
            <a:prstDash val="dash"/>
            <a:miter lim="800000"/>
            <a:headEnd type="none" w="med" len="med"/>
            <a:tailEnd type="none" w="med" len="med"/>
          </a:ln>
        </p:spPr>
      </p:cxnSp>
      <p:sp>
        <p:nvSpPr>
          <p:cNvPr id="122" name="Google Shape;122;p25"/>
          <p:cNvSpPr/>
          <p:nvPr/>
        </p:nvSpPr>
        <p:spPr>
          <a:xfrm>
            <a:off x="6880622" y="897731"/>
            <a:ext cx="766168" cy="261342"/>
          </a:xfrm>
          <a:prstGeom prst="roundRect">
            <a:avLst>
              <a:gd name="adj" fmla="val 50000"/>
            </a:avLst>
          </a:prstGeom>
          <a:solidFill>
            <a:srgbClr val="BB2226"/>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23" name="Google Shape;123;p25"/>
          <p:cNvSpPr txBox="1"/>
          <p:nvPr/>
        </p:nvSpPr>
        <p:spPr>
          <a:xfrm>
            <a:off x="7012275" y="918575"/>
            <a:ext cx="498600" cy="210000"/>
          </a:xfrm>
          <a:prstGeom prst="rect">
            <a:avLst/>
          </a:prstGeom>
          <a:no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2018</a:t>
            </a:r>
            <a:endParaRPr sz="500"/>
          </a:p>
        </p:txBody>
      </p:sp>
      <p:sp>
        <p:nvSpPr>
          <p:cNvPr id="124" name="Google Shape;124;p25"/>
          <p:cNvSpPr txBox="1"/>
          <p:nvPr/>
        </p:nvSpPr>
        <p:spPr>
          <a:xfrm>
            <a:off x="7168766" y="1309672"/>
            <a:ext cx="1590600" cy="900600"/>
          </a:xfrm>
          <a:prstGeom prst="rect">
            <a:avLst/>
          </a:prstGeom>
          <a:noFill/>
          <a:ln>
            <a:noFill/>
          </a:ln>
        </p:spPr>
        <p:txBody>
          <a:bodyPr spcFirstLastPara="1" wrap="square" lIns="19050" tIns="19050" rIns="19050" bIns="19050" anchor="ctr" anchorCtr="0">
            <a:spAutoFit/>
          </a:bodyPr>
          <a:lstStyle/>
          <a:p>
            <a:pPr marL="0" marR="0" lvl="0" indent="0" algn="l" rtl="0">
              <a:lnSpc>
                <a:spcPct val="100000"/>
              </a:lnSpc>
              <a:spcBef>
                <a:spcPts val="0"/>
              </a:spcBef>
              <a:spcAft>
                <a:spcPts val="0"/>
              </a:spcAft>
              <a:buClr>
                <a:srgbClr val="404040"/>
              </a:buClr>
              <a:buSzPts val="800"/>
              <a:buFont typeface="Arial"/>
              <a:buNone/>
            </a:pPr>
            <a:r>
              <a:rPr lang="en-GB" sz="800" b="0" i="0" u="none">
                <a:solidFill>
                  <a:srgbClr val="404040"/>
                </a:solidFill>
                <a:latin typeface="Arial"/>
                <a:ea typeface="Arial"/>
                <a:cs typeface="Arial"/>
                <a:sym typeface="Arial"/>
              </a:rPr>
              <a:t>Lorem ipsum dolor sit amet, consectetuer adipiscing elit, sed diam nonummy nibh euismod tincidunt ut laoreet dolore magna aliquam erat volutpat. Duis autem vel eum iriure dolor in hendrerit in vulputate velit esse</a:t>
            </a:r>
            <a:endParaRPr sz="500"/>
          </a:p>
        </p:txBody>
      </p:sp>
      <p:cxnSp>
        <p:nvCxnSpPr>
          <p:cNvPr id="125" name="Google Shape;125;p25"/>
          <p:cNvCxnSpPr/>
          <p:nvPr/>
        </p:nvCxnSpPr>
        <p:spPr>
          <a:xfrm>
            <a:off x="707826" y="2492573"/>
            <a:ext cx="7932539" cy="0"/>
          </a:xfrm>
          <a:prstGeom prst="straightConnector1">
            <a:avLst/>
          </a:prstGeom>
          <a:noFill/>
          <a:ln w="9525" cap="flat" cmpd="sng">
            <a:solidFill>
              <a:srgbClr val="DCDEE0"/>
            </a:solidFill>
            <a:prstDash val="solid"/>
            <a:miter lim="800000"/>
            <a:headEnd type="none" w="med" len="med"/>
            <a:tailEnd type="none" w="med" len="med"/>
          </a:ln>
        </p:spPr>
      </p:cxnSp>
      <p:sp>
        <p:nvSpPr>
          <p:cNvPr id="127" name="Google Shape;127;p25"/>
          <p:cNvSpPr txBox="1"/>
          <p:nvPr/>
        </p:nvSpPr>
        <p:spPr>
          <a:xfrm>
            <a:off x="572163" y="2372925"/>
            <a:ext cx="507000" cy="207900"/>
          </a:xfrm>
          <a:prstGeom prst="rect">
            <a:avLst/>
          </a:prstGeom>
          <a:noFill/>
          <a:ln>
            <a:noFill/>
          </a:ln>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Start</a:t>
            </a:r>
            <a:endParaRPr sz="500"/>
          </a:p>
        </p:txBody>
      </p:sp>
      <p:sp>
        <p:nvSpPr>
          <p:cNvPr id="129" name="Google Shape;129;p25"/>
          <p:cNvSpPr txBox="1"/>
          <p:nvPr/>
        </p:nvSpPr>
        <p:spPr>
          <a:xfrm>
            <a:off x="7846814" y="2372916"/>
            <a:ext cx="735776" cy="207798"/>
          </a:xfrm>
          <a:prstGeom prst="rect">
            <a:avLst/>
          </a:prstGeom>
          <a:noFill/>
          <a:ln>
            <a:noFill/>
          </a:ln>
        </p:spPr>
        <p:txBody>
          <a:bodyPr spcFirstLastPara="1" wrap="square" lIns="19050" tIns="19050" rIns="19050" bIns="19050" anchor="ctr" anchorCtr="0">
            <a:spAutoFit/>
          </a:bodyPr>
          <a:lstStyle/>
          <a:p>
            <a:pPr marL="0" marR="0" lvl="0" indent="0" algn="ctr" rtl="0">
              <a:lnSpc>
                <a:spcPct val="100000"/>
              </a:lnSpc>
              <a:spcBef>
                <a:spcPts val="0"/>
              </a:spcBef>
              <a:spcAft>
                <a:spcPts val="0"/>
              </a:spcAft>
              <a:buClr>
                <a:srgbClr val="FFFFFF"/>
              </a:buClr>
              <a:buSzPts val="1100"/>
              <a:buFont typeface="Arial"/>
              <a:buNone/>
            </a:pPr>
            <a:r>
              <a:rPr lang="en-GB" sz="1100" b="1" i="0" u="none">
                <a:solidFill>
                  <a:srgbClr val="FFFFFF"/>
                </a:solidFill>
                <a:latin typeface="Arial"/>
                <a:ea typeface="Arial"/>
                <a:cs typeface="Arial"/>
                <a:sym typeface="Arial"/>
              </a:rPr>
              <a:t>Finish</a:t>
            </a:r>
            <a:endParaRPr sz="500"/>
          </a:p>
        </p:txBody>
      </p:sp>
      <p:sp>
        <p:nvSpPr>
          <p:cNvPr id="130" name="Google Shape;130;p25"/>
          <p:cNvSpPr/>
          <p:nvPr/>
        </p:nvSpPr>
        <p:spPr>
          <a:xfrm>
            <a:off x="1893093" y="2355652"/>
            <a:ext cx="264319" cy="264319"/>
          </a:xfrm>
          <a:prstGeom prst="ellipse">
            <a:avLst/>
          </a:prstGeom>
          <a:solidFill>
            <a:srgbClr val="2EA7E2"/>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1" name="Google Shape;131;p25"/>
          <p:cNvSpPr/>
          <p:nvPr/>
        </p:nvSpPr>
        <p:spPr>
          <a:xfrm>
            <a:off x="1962745" y="2425303"/>
            <a:ext cx="125016" cy="125016"/>
          </a:xfrm>
          <a:prstGeom prst="ellipse">
            <a:avLst/>
          </a:prstGeom>
          <a:solidFill>
            <a:srgbClr val="FFFFFF"/>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2" name="Google Shape;132;p25"/>
          <p:cNvSpPr/>
          <p:nvPr/>
        </p:nvSpPr>
        <p:spPr>
          <a:xfrm>
            <a:off x="3140868" y="2355652"/>
            <a:ext cx="264319" cy="264319"/>
          </a:xfrm>
          <a:prstGeom prst="ellipse">
            <a:avLst/>
          </a:prstGeom>
          <a:solidFill>
            <a:srgbClr val="EC5622"/>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3" name="Google Shape;133;p25"/>
          <p:cNvSpPr/>
          <p:nvPr/>
        </p:nvSpPr>
        <p:spPr>
          <a:xfrm>
            <a:off x="3210520" y="2425303"/>
            <a:ext cx="125016" cy="125016"/>
          </a:xfrm>
          <a:prstGeom prst="ellipse">
            <a:avLst/>
          </a:prstGeom>
          <a:solidFill>
            <a:srgbClr val="FFFFFF"/>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4" name="Google Shape;134;p25"/>
          <p:cNvSpPr/>
          <p:nvPr/>
        </p:nvSpPr>
        <p:spPr>
          <a:xfrm>
            <a:off x="4388048" y="2355652"/>
            <a:ext cx="264319" cy="264319"/>
          </a:xfrm>
          <a:prstGeom prst="ellipse">
            <a:avLst/>
          </a:prstGeom>
          <a:solidFill>
            <a:srgbClr val="FCB617"/>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5" name="Google Shape;135;p25"/>
          <p:cNvSpPr/>
          <p:nvPr/>
        </p:nvSpPr>
        <p:spPr>
          <a:xfrm>
            <a:off x="4457699" y="2425303"/>
            <a:ext cx="125016" cy="125016"/>
          </a:xfrm>
          <a:prstGeom prst="ellipse">
            <a:avLst/>
          </a:prstGeom>
          <a:solidFill>
            <a:srgbClr val="FFFFFF"/>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6" name="Google Shape;136;p25"/>
          <p:cNvSpPr/>
          <p:nvPr/>
        </p:nvSpPr>
        <p:spPr>
          <a:xfrm>
            <a:off x="5635823" y="2355652"/>
            <a:ext cx="264319" cy="264319"/>
          </a:xfrm>
          <a:prstGeom prst="ellipse">
            <a:avLst/>
          </a:prstGeom>
          <a:solidFill>
            <a:srgbClr val="7965B1"/>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7" name="Google Shape;137;p25"/>
          <p:cNvSpPr/>
          <p:nvPr/>
        </p:nvSpPr>
        <p:spPr>
          <a:xfrm>
            <a:off x="5705474" y="2425303"/>
            <a:ext cx="125016" cy="125016"/>
          </a:xfrm>
          <a:prstGeom prst="ellipse">
            <a:avLst/>
          </a:prstGeom>
          <a:solidFill>
            <a:srgbClr val="FFFFFF"/>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8" name="Google Shape;138;p25"/>
          <p:cNvSpPr/>
          <p:nvPr/>
        </p:nvSpPr>
        <p:spPr>
          <a:xfrm>
            <a:off x="6883598" y="2355652"/>
            <a:ext cx="264319" cy="264319"/>
          </a:xfrm>
          <a:prstGeom prst="ellipse">
            <a:avLst/>
          </a:prstGeom>
          <a:solidFill>
            <a:srgbClr val="BB2226"/>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
        <p:nvSpPr>
          <p:cNvPr id="139" name="Google Shape;139;p25"/>
          <p:cNvSpPr/>
          <p:nvPr/>
        </p:nvSpPr>
        <p:spPr>
          <a:xfrm>
            <a:off x="6953249" y="2425303"/>
            <a:ext cx="125016" cy="125016"/>
          </a:xfrm>
          <a:prstGeom prst="ellipse">
            <a:avLst/>
          </a:prstGeom>
          <a:solidFill>
            <a:srgbClr val="FFFFFF"/>
          </a:solidFill>
          <a:ln>
            <a:noFill/>
          </a:ln>
        </p:spPr>
        <p:txBody>
          <a:bodyPr spcFirstLastPara="1" wrap="square" lIns="19050" tIns="19050" rIns="19050" bIns="19050" anchor="ctr" anchorCtr="0">
            <a:noAutofit/>
          </a:bodyPr>
          <a:lstStyle/>
          <a:p>
            <a:pPr marL="0" marR="0" lvl="0" indent="0" algn="l" rtl="0">
              <a:lnSpc>
                <a:spcPct val="100000"/>
              </a:lnSpc>
              <a:spcBef>
                <a:spcPts val="0"/>
              </a:spcBef>
              <a:spcAft>
                <a:spcPts val="0"/>
              </a:spcAft>
              <a:buNone/>
            </a:pPr>
            <a:endParaRPr sz="1900" b="0" i="0" u="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theme/theme1.xml><?xml version="1.0" encoding="utf-8"?>
<a:theme xmlns:a="http://schemas.openxmlformats.org/drawingml/2006/main" name="White">
  <a:themeElements>
    <a:clrScheme name="Custom 6">
      <a:dk1>
        <a:srgbClr val="000000"/>
      </a:dk1>
      <a:lt1>
        <a:srgbClr val="FFFFFF"/>
      </a:lt1>
      <a:dk2>
        <a:srgbClr val="53585F"/>
      </a:dk2>
      <a:lt2>
        <a:srgbClr val="DCDEE0"/>
      </a:lt2>
      <a:accent1>
        <a:srgbClr val="0365C0"/>
      </a:accent1>
      <a:accent2>
        <a:srgbClr val="00882B"/>
      </a:accent2>
      <a:accent3>
        <a:srgbClr val="FFFFFF"/>
      </a:accent3>
      <a:accent4>
        <a:srgbClr val="000000"/>
      </a:accent4>
      <a:accent5>
        <a:srgbClr val="AAB8DC"/>
      </a:accent5>
      <a:accent6>
        <a:srgbClr val="007B2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화면 슬라이드 쇼(16:9)</PresentationFormat>
  <Slides>1</Slides>
  <Notes>1</Notes>
  <HiddenSlides>0</HiddenSlides>
  <ScaleCrop>false</ScaleCrop>
  <HeadingPairs>
    <vt:vector size="4" baseType="variant">
      <vt:variant>
        <vt:lpstr>테마</vt:lpstr>
      </vt:variant>
      <vt:variant>
        <vt:i4>1</vt:i4>
      </vt:variant>
      <vt:variant>
        <vt:lpstr>슬라이드 제목</vt:lpstr>
      </vt:variant>
      <vt:variant>
        <vt:i4>1</vt:i4>
      </vt:variant>
    </vt:vector>
  </HeadingPairs>
  <TitlesOfParts>
    <vt:vector size="2" baseType="lpstr">
      <vt:lpstr>White</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boyoung kim</cp:lastModifiedBy>
  <cp:revision>2</cp:revision>
  <dcterms:modified xsi:type="dcterms:W3CDTF">2026-04-28T22:00:00Z</dcterms:modified>
</cp:coreProperties>
</file>